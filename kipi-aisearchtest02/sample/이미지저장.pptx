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4" autoAdjust="0"/>
    <p:restoredTop sz="94660"/>
  </p:normalViewPr>
  <p:slideViewPr>
    <p:cSldViewPr snapToGrid="0">
      <p:cViewPr>
        <p:scale>
          <a:sx n="33" d="100"/>
          <a:sy n="33" d="100"/>
        </p:scale>
        <p:origin x="1482" y="12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A0014-068B-4041-A3E1-B579ABC44089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80FD4-C833-4C3D-BD69-7C15601660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2732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A0014-068B-4041-A3E1-B579ABC44089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80FD4-C833-4C3D-BD69-7C15601660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5228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A0014-068B-4041-A3E1-B579ABC44089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80FD4-C833-4C3D-BD69-7C15601660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216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A0014-068B-4041-A3E1-B579ABC44089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80FD4-C833-4C3D-BD69-7C15601660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3266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A0014-068B-4041-A3E1-B579ABC44089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80FD4-C833-4C3D-BD69-7C15601660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1904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A0014-068B-4041-A3E1-B579ABC44089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80FD4-C833-4C3D-BD69-7C15601660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030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A0014-068B-4041-A3E1-B579ABC44089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80FD4-C833-4C3D-BD69-7C15601660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6460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A0014-068B-4041-A3E1-B579ABC44089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80FD4-C833-4C3D-BD69-7C15601660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4500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A0014-068B-4041-A3E1-B579ABC44089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80FD4-C833-4C3D-BD69-7C15601660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201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A0014-068B-4041-A3E1-B579ABC44089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80FD4-C833-4C3D-BD69-7C15601660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3975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A0014-068B-4041-A3E1-B579ABC44089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80FD4-C833-4C3D-BD69-7C15601660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411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0A0014-068B-4041-A3E1-B579ABC44089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80FD4-C833-4C3D-BD69-7C15601660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0448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11145" y="-1419902"/>
            <a:ext cx="18014289" cy="9697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466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63540" y="-853085"/>
            <a:ext cx="18119079" cy="8564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526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15934" y="-862612"/>
            <a:ext cx="18223868" cy="8583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475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30171" y="-1053138"/>
            <a:ext cx="17852341" cy="8964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518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63513" y="-681611"/>
            <a:ext cx="17919026" cy="8221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307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와이드스크린</PresentationFormat>
  <Paragraphs>0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Arial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kipi</dc:creator>
  <cp:lastModifiedBy>kipi</cp:lastModifiedBy>
  <cp:revision>3</cp:revision>
  <dcterms:created xsi:type="dcterms:W3CDTF">2026-08-28T00:12:30Z</dcterms:created>
  <dcterms:modified xsi:type="dcterms:W3CDTF">2026-08-28T00:17:36Z</dcterms:modified>
</cp:coreProperties>
</file>